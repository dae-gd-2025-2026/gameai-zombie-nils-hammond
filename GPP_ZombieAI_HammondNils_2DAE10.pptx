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60" r:id="rId7"/>
    <p:sldId id="258" r:id="rId8"/>
    <p:sldId id="259" r:id="rId9"/>
    <p:sldId id="262" r:id="rId10"/>
    <p:sldId id="261" r:id="rId11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2891A-B829-4638-8666-752CC09D4607}" type="datetimeFigureOut">
              <a:rPr lang="LID4096" smtClean="0"/>
              <a:t>08/16/2026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055119-2E9B-4A4F-8D53-C5764D548BD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4109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08/15/2026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08/15/2026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08/15/2026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08/15/2026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08/15/2026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08/15/2026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08/15/2026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08/15/2026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08/15/2026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08/15/2026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08/15/2026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08/15/2026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GPP Exam: Zombie AI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651AA-5F60-4B6E-8386-AEA67C018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Delete all comments after reading</a:t>
            </a:r>
          </a:p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You are not allowed to add more slides to this presentation</a:t>
            </a:r>
            <a:endParaRPr lang="en-BE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Making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Visualization of your decision making structure (readable!)</a:t>
            </a:r>
          </a:p>
          <a:p>
            <a:pPr lvl="1"/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Tip: use miro.com!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224560-5C4C-4BA7-98D0-FC02CA6EA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900" y="1425146"/>
            <a:ext cx="7564009" cy="543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handling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Fight - Shoot Task:</a:t>
            </a:r>
          </a:p>
          <a:p>
            <a:pPr lvl="1"/>
            <a:r>
              <a:rPr lang="en-US" dirty="0"/>
              <a:t>Shoots nearby zombies with the lowest ammo weapon</a:t>
            </a:r>
          </a:p>
          <a:p>
            <a:pPr lvl="1"/>
            <a:r>
              <a:rPr lang="en-US" dirty="0"/>
              <a:t>If the weapon runs out then it is removed</a:t>
            </a:r>
          </a:p>
          <a:p>
            <a:pPr lvl="2"/>
            <a:r>
              <a:rPr lang="en-US" dirty="0"/>
              <a:t>If there is no second weapon then </a:t>
            </a:r>
            <a:r>
              <a:rPr lang="en-US" dirty="0" err="1"/>
              <a:t>HasWeapon</a:t>
            </a:r>
            <a:r>
              <a:rPr lang="en-US" dirty="0"/>
              <a:t> is set to false</a:t>
            </a:r>
            <a:endParaRPr lang="en-US" b="1" dirty="0"/>
          </a:p>
          <a:p>
            <a:r>
              <a:rPr lang="en-US" b="1" dirty="0"/>
              <a:t>Escape – Loot or Flee:</a:t>
            </a:r>
          </a:p>
          <a:p>
            <a:pPr lvl="1"/>
            <a:r>
              <a:rPr lang="en-US" dirty="0"/>
              <a:t>Looting interrupts fleeing behavior if there’s a valid Item or House to go to in hopes of finding a weapon</a:t>
            </a:r>
          </a:p>
          <a:p>
            <a:pPr lvl="1"/>
            <a:r>
              <a:rPr lang="en-US" dirty="0"/>
              <a:t>Fleeing picks a point away from the zombie to move to</a:t>
            </a:r>
          </a:p>
          <a:p>
            <a:pPr lvl="2"/>
            <a:r>
              <a:rPr lang="en-US" dirty="0"/>
              <a:t>If </a:t>
            </a:r>
            <a:r>
              <a:rPr lang="en-US" dirty="0" err="1"/>
              <a:t>navmesh</a:t>
            </a:r>
            <a:r>
              <a:rPr lang="en-US" dirty="0"/>
              <a:t> projection fails, uses a wider angle to pick a point</a:t>
            </a:r>
          </a:p>
        </p:txBody>
      </p:sp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Inventory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Weapons:</a:t>
            </a:r>
          </a:p>
          <a:p>
            <a:pPr lvl="1"/>
            <a:r>
              <a:rPr lang="en-US" dirty="0"/>
              <a:t>Only picks up weapons in the first 2 inventory slots, removing the weapon with the lowest ammo when picking up a new one</a:t>
            </a:r>
          </a:p>
          <a:p>
            <a:r>
              <a:rPr lang="en-US" b="1" dirty="0"/>
              <a:t>Consumables:</a:t>
            </a:r>
          </a:p>
          <a:p>
            <a:pPr lvl="1"/>
            <a:r>
              <a:rPr lang="en-US" dirty="0"/>
              <a:t>Stored in inventory and tries to find and use the appropriate item when Health or Stamina are lower than half</a:t>
            </a:r>
          </a:p>
          <a:p>
            <a:pPr lvl="1"/>
            <a:r>
              <a:rPr lang="en-US" dirty="0"/>
              <a:t>Used early to make space for new items</a:t>
            </a:r>
          </a:p>
        </p:txBody>
      </p:sp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many steering behaviors does it use? Does it use blended steering?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dirty="0"/>
              <a:t>Flee behavior picks a point in mostly the opposite direction of the target and moves to that point</a:t>
            </a:r>
          </a:p>
          <a:p>
            <a:r>
              <a:rPr lang="en-US" dirty="0"/>
              <a:t>Wander behavior picks a random point slightly away from the nearest known purge zone and heavily away from the nearest known zombie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</a:t>
            </a:r>
            <a:r>
              <a:rPr lang="en-US"/>
              <a:t>- Exploration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explore the world ( how does it traverse the world, when and why does it visit houses, does it have a memory?)?</a:t>
            </a:r>
          </a:p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USE IMAGES/GIFS</a:t>
            </a:r>
          </a:p>
          <a:p>
            <a:pPr marL="0" indent="0">
              <a:buNone/>
            </a:pP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Score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olidFill>
                  <a:schemeClr val="bg1">
                    <a:lumMod val="75000"/>
                  </a:schemeClr>
                </a:solidFill>
              </a:rPr>
              <a:t>Screen shot or list of highest scores</a:t>
            </a:r>
            <a:endParaRPr lang="en-BE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734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customXml/itemProps2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284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  <vt:lpstr>High Score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nils awesomeface</cp:lastModifiedBy>
  <cp:revision>6</cp:revision>
  <dcterms:created xsi:type="dcterms:W3CDTF">2021-12-17T12:45:32Z</dcterms:created>
  <dcterms:modified xsi:type="dcterms:W3CDTF">2026-08-16T00:06:18Z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